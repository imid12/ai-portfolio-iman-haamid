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Merriweather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Merriweather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Merriweather-italic.fntdata"/><Relationship Id="rId23" Type="http://schemas.openxmlformats.org/officeDocument/2006/relationships/font" Target="fonts/Merriweath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Merriweath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fe4a3a93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fe4a3a93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fe4a3a93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fe4a3a93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fe4a3a93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fe4a3a93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fe4a3a93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fe4a3a93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fe4a3a93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fe4a3a93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fe4a3a93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fe4a3a93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fe4a3a93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fe4a3a93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fe4a3a93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fe4a3a93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fe4a3a93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fe4a3a93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fe4a3a93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fe4a3a93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fe4a3a93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fe4a3a93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fe4a3a93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fe4a3a93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J">
  <p:cSld name="TITLE_AND_BODY_2_1_1_1_1_1_2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/>
          <p:nvPr>
            <p:ph idx="2" type="pic"/>
          </p:nvPr>
        </p:nvSpPr>
        <p:spPr>
          <a:xfrm>
            <a:off x="45720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62" name="Google Shape;62;p1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 layout">
  <p:cSld name="TITLE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>
            <p:ph idx="2" type="pic"/>
          </p:nvPr>
        </p:nvSpPr>
        <p:spPr>
          <a:xfrm>
            <a:off x="5034275" y="226500"/>
            <a:ext cx="3883200" cy="4690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14"/>
          <p:cNvSpPr/>
          <p:nvPr>
            <p:ph idx="3" type="pic"/>
          </p:nvPr>
        </p:nvSpPr>
        <p:spPr>
          <a:xfrm>
            <a:off x="226525" y="2975750"/>
            <a:ext cx="4458900" cy="19413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4"/>
          <p:cNvSpPr txBox="1"/>
          <p:nvPr>
            <p:ph type="title"/>
          </p:nvPr>
        </p:nvSpPr>
        <p:spPr>
          <a:xfrm>
            <a:off x="2265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4" type="title"/>
          </p:nvPr>
        </p:nvSpPr>
        <p:spPr>
          <a:xfrm>
            <a:off x="3038125" y="164380"/>
            <a:ext cx="1647300" cy="23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"/>
              <a:buNone/>
              <a:defRPr b="0"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C">
  <p:cSld name="TITLE_AND_BODY_2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2757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2757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3" name="Google Shape;73;p15"/>
          <p:cNvSpPr/>
          <p:nvPr>
            <p:ph idx="2" type="pic"/>
          </p:nvPr>
        </p:nvSpPr>
        <p:spPr>
          <a:xfrm>
            <a:off x="429834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I">
  <p:cSld name="TITLE_AND_BODY_2_1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7" name="Google Shape;77;p16"/>
          <p:cNvSpPr/>
          <p:nvPr>
            <p:ph idx="2" type="pic"/>
          </p:nvPr>
        </p:nvSpPr>
        <p:spPr>
          <a:xfrm>
            <a:off x="554595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D">
  <p:cSld name="TITLE_AND_BODY_2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>
            <p:ph idx="2" type="pic"/>
          </p:nvPr>
        </p:nvSpPr>
        <p:spPr>
          <a:xfrm>
            <a:off x="29629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A">
  <p:cSld name="TITLE_AND_BODY_2_1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4" name="Google Shape;84;p18"/>
          <p:cNvSpPr txBox="1"/>
          <p:nvPr>
            <p:ph type="title"/>
          </p:nvPr>
        </p:nvSpPr>
        <p:spPr>
          <a:xfrm>
            <a:off x="327575" y="340500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27575" y="1616646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H">
  <p:cSld name="TITLE_AND_BODY_2_1_1_1_1_1_1_1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/>
          <p:nvPr>
            <p:ph idx="2" type="pic"/>
          </p:nvPr>
        </p:nvSpPr>
        <p:spPr>
          <a:xfrm>
            <a:off x="5545938" y="15193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9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4" name="Google Shape;9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9" name="Google Shape;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4" name="Google Shape;10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9" name="Google Shape;1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4" name="Google Shape;1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6: Methodology - Face &amp; Landmark Detection&#10;Detection: Uses Dlib’s HOG face detector to locate the face in every frame.&#10;&#10;Landmarks: Identifies 68 facial landmarks, specifically tracking 6 key points around each eye.&#10;" id="119" name="Google Shape;11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7: Methodology - The Core Metric Metric: Eye Aspect Ratio (EAR). Logic: High EAR = Eyes Open (Attentive). Low EAR = Eyes Closed (Drowsy). No Face = Absent. " id="124" name="Google Shape;12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8: Classification Logic Status Categories: Attentive: User is present with high EAR. Drowsy: User is present with EAR below threshold. Absent: Face is not detected in the frame." id="129" name="Google Shape;1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9: Project Timeline &amp; Development&#10;Week 1: Setup and Object Detection.&#10;&#10;&#10;Week 2: Real-time EAR calculation.&#10;&#10;&#10;Week 3: Engagement status logic implementation.&#10;&#10;&#10;Week 4: Data logging and cleaning." id="134" name="Google Shape;13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lide 10: Performance Metrics&#10;Accuracy: Target performance of 90% accuracy in classification.&#10;&#10;Latency: Processing speed of less than one second per frame for real-time performance." id="139" name="Google Shape;13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4" name="Google Shape;14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ummary " id="149" name="Google Shape;14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